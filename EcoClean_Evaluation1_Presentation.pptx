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ECOCLEAN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AI-Powered Smart Waste Management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Reporting, Real-Time Worker Dispatch &amp; Municipal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0698480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Evaluation – 1 (Academic Presentation)
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Athul Krishna R
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| Node.js | Express | MongoDB | Three.js | Socket.io
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Evaluation: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 /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 &amp; Key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EcoClean is a full-stack smart municipal waste management platform.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Connects Citizens, Municipal Admins, and Field Workers into a unified real-time ecosystem.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3D WebGL spherical visualization, interactive geospatial mapping, simulated AI scanning, and Eco-Points gamification.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to digitize and automate urban waste resolution workflows.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Core Objectives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Geotagged Waste Reporting: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public to report dumps with accurate coordinates and photos.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AI Classification: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 waste type (Plastic, Organic, Hazardous) &amp; severity.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Rapid Worker Dispatch: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incidents to individual workers or teams with strict deadlines.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Verification &amp; Gamification: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Before/After proof and reward citizens with Eco-Points.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Existing System vs. Proposed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12064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Existing Traditional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Phone/Paper Complaints: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Prone to delays and lost complaint records.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of Precise Location Data: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Sanitation workers struggle to find exact garbage spots.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Real-Time Tracking: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have no visibility into resolution status.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Unverified Cleanup Proof: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Before/After photo verification.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Public Engagement: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rewards or feedback for civic participation.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Proposed EcoClean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Geotagged Reporting: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OpenStreetMap pin drop &amp; GPS coordinates.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WebGL Incident Globe: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visual mapping of active city dump hotspots.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Socket.io Updates: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notifications for citizens, admins &amp; workers.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Closed-Loop Verification: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'After-Cleaning' photo proof approval.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Eco-Points Gamification: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earn points &amp; ranks per verified report.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Core Module Description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9184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Citizen Workspace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Geotagged Waste Reporting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Scanner Image Line Overlay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 Wallet &amp; Points Progression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Side-by-Side Resolution Tracker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3291840" cy="1645920"/>
          </a:xfrm>
          <a:prstGeom prst="rect">
            <a:avLst/>
          </a:prstGeom>
          <a:solidFill>
            <a:srgbClr val="334155"/>
          </a:solidFill>
          <a:ln w="12700">
            <a:solidFill>
              <a:srgbClr val="06B6D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[INSERT SCREENSHOT]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UI &amp; AI Waste Scanner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29184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Admin Console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Verification &amp; Rejection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Worker/Team Dispatch Engine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 Analytics Dashboard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Overdue Task Reassignment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4389120"/>
            <a:ext cx="3291840" cy="1645920"/>
          </a:xfrm>
          <a:prstGeom prst="rect">
            <a:avLst/>
          </a:prstGeom>
          <a:solidFill>
            <a:srgbClr val="334155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48056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[INSERT SCREENSHOT]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Console &amp; Recharts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29184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Sanitation Worker 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Assigned Job Sheet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Status: In Progress / Cleaned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After-Cleaning Proof Photo Upload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Task Notification Alerts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4389120"/>
            <a:ext cx="3291840" cy="164592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13816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[INSERT SCREENSHOT]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Sanitation Worker Job Sheet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System Architecture &amp; Workflows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Decoupled Client-Server &amp; Socket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101498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(Frontend)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(Vite) | Three.js 3D Globe | Leaflet Maps | Recharts Dashboard | Glassmorphism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HTTP REST API Requests (Axios + JWT)  |  ▼ Socket.io Bi-Directional WebSocket Events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474720"/>
            <a:ext cx="101498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6118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SERVER LAYER (Backend)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Express.js | JWT &amp; Bcrypt Auth | Multer File Handler | Socket.io Gateway | Rate Limiter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Mongoose ORM Data Queries &amp; Schema Validations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4846320"/>
            <a:ext cx="1014984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9834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 (Data Storage)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(NoSQL Document Store) — Collections: Users, Complaints, Teams, Notifications, Announcements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Database Collections &amp; Schemas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Users &amp; Teams Collections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Users Collection: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name, email, password (bcrypt hash)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role: ['citizen', 'admin', 'worker']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ecoPoints (Number, default: 0)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badge: ['Novice Reporter' ... 'Eco Warrior']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Teams Collection: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name (String, unique)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teamLeader (ref: User)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members: [ref: User]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activeTasksCount (Number)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Complaints Collection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Complaints Schema Fields: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title, description, photoUrl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location: { latitude, longitude, address }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wasteType: Plastic | Organic | Hazardous | E-waste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severity: Low | Medium | High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status: pending ➔ assigned ➔ in-progress ➔ cleaned ➔ verified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assignedToType: 'individual' | 'team'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worker (ref: User) / team (ref: Team)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cleanupPhotoUrl, verifiedAt, pointsAwarded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Technology Stack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(SPA)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Build Tool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Three.js (3D WebGL)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Leaflet.js Maps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 Analytics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Icons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Glassmorphism 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210312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Engine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 Framework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Gateway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Multer File Storage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Authentication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Password Hash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Rate Limiter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Server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ORM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/ Atlas URI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Indexed Geospatial Schema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DB Seeder Scripts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Relational Object References (Populate)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0" y="128016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Tools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2103120"/>
            <a:ext cx="2103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 Code IDE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&amp; GitHub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Postman API Tester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Chrome DevTools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npm Package Manager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OpenStreetMap API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Current Project Progress &amp; UI Showcase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1206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Progress: ~90% Completed (Requirement: 50%)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Geotagged Reporting &amp; Leaflet Maps Pinning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3D WebGL Spherical Globe &amp; Hotspot Pins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Socket.io Bi-Directional Alerts &amp; Audio Chimes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Individual &amp; Team Worker Dispatching Engine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Closed-Loop Before/After Verification &amp; Rewards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212080" cy="2286000"/>
          </a:xfrm>
          <a:prstGeom prst="rect">
            <a:avLst/>
          </a:prstGeom>
          <a:solidFill>
            <a:srgbClr val="334155"/>
          </a:solidFill>
          <a:ln w="19050">
            <a:solidFill>
              <a:srgbClr val="06B6D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0" y="1920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[INSERT SCREENSHOT 1]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3D Interactive Globe &amp; Leaflet Map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120640" cy="2377440"/>
          </a:xfrm>
          <a:prstGeom prst="rect">
            <a:avLst/>
          </a:prstGeom>
          <a:solidFill>
            <a:srgbClr val="334155"/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4480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[INSERT SCREENSHOT 2]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&amp; Recharts Analytics Charts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749040"/>
            <a:ext cx="5212080" cy="2377440"/>
          </a:xfrm>
          <a:prstGeom prst="rect">
            <a:avLst/>
          </a:prstGeom>
          <a:solidFill>
            <a:srgbClr val="334155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44805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[INSERT SCREENSHOT 3]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Timeline &amp; Before/After Proof Photos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Future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120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1. Real Edge ML / TensorFlow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client-side simulated scanning to a trained TensorFlow.js or Roboflow Vision ML model for real-time automatic multi-class garbage detection.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120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2. Telegram Bot Instant Mobile Alerts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zero-cost Telegram Bot API to dispatch instant high-priority task notifications directly to field sanitation workers' Telegram mobile app.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120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3. Garbage Hotspot Density Heatmap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Leaflet Heatmap layer visualization to highlight spatial garbage dump density clusters, helping authorities place new public bins.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120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4. Progressive Web App (PWA)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offline caching and PWA mobile installation so sanitation workers in low-connectivity zones can store reports locally and sync when online.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Conclusion &amp; Project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Summary of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EcoClean modernizes urban waste management from slow manual reporting into an automated, transparent civic ecosystem.
</a:t>
            </a:r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Dispatch &amp; 3D Analytics empower municipal administrators to monitor city cleanliness efficiency live.
</a:t>
            </a:r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Gamified Eco-Rewards encourage active citizen accountability and continuous community participation.
</a:t>
            </a:r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platform is robust, modular, scalable, and ready for real-world municipal deployment.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10698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 Thank You!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Questions &amp; Feedback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2026-08-22T16:04:28Z</dcterms:created>
  <dcterms:modified xsi:type="dcterms:W3CDTF">2026-08-22T16:04:28Z</dcterms:modified>
</cp:coreProperties>
</file>